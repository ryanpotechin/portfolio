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A8BBF3-A08A-4506-886E-5CA1FAE2F86D}" v="89" dt="2024-10-27T22:42:38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Potechin" userId="6c6bfd4d-2d91-4603-a593-79ccb58492e3" providerId="ADAL" clId="{E3A8BBF3-A08A-4506-886E-5CA1FAE2F86D}"/>
    <pc:docChg chg="custSel addSld modSld">
      <pc:chgData name="Ryan Potechin" userId="6c6bfd4d-2d91-4603-a593-79ccb58492e3" providerId="ADAL" clId="{E3A8BBF3-A08A-4506-886E-5CA1FAE2F86D}" dt="2024-10-27T22:42:38.883" v="295" actId="166"/>
      <pc:docMkLst>
        <pc:docMk/>
      </pc:docMkLst>
      <pc:sldChg chg="addSp delSp modSp new mod">
        <pc:chgData name="Ryan Potechin" userId="6c6bfd4d-2d91-4603-a593-79ccb58492e3" providerId="ADAL" clId="{E3A8BBF3-A08A-4506-886E-5CA1FAE2F86D}" dt="2024-10-27T22:42:38.883" v="295" actId="166"/>
        <pc:sldMkLst>
          <pc:docMk/>
          <pc:sldMk cId="4254556792" sldId="256"/>
        </pc:sldMkLst>
        <pc:spChg chg="del">
          <ac:chgData name="Ryan Potechin" userId="6c6bfd4d-2d91-4603-a593-79ccb58492e3" providerId="ADAL" clId="{E3A8BBF3-A08A-4506-886E-5CA1FAE2F86D}" dt="2024-10-25T18:32:11.317" v="4" actId="478"/>
          <ac:spMkLst>
            <pc:docMk/>
            <pc:sldMk cId="4254556792" sldId="256"/>
            <ac:spMk id="2" creationId="{52891C00-5AEE-8170-0534-D888575635E8}"/>
          </ac:spMkLst>
        </pc:spChg>
        <pc:spChg chg="del">
          <ac:chgData name="Ryan Potechin" userId="6c6bfd4d-2d91-4603-a593-79ccb58492e3" providerId="ADAL" clId="{E3A8BBF3-A08A-4506-886E-5CA1FAE2F86D}" dt="2024-10-25T18:32:14.241" v="5" actId="478"/>
          <ac:spMkLst>
            <pc:docMk/>
            <pc:sldMk cId="4254556792" sldId="256"/>
            <ac:spMk id="3" creationId="{925ADFE4-569E-8C71-A266-F9FFD5360FA7}"/>
          </ac:spMkLst>
        </pc:spChg>
        <pc:spChg chg="add mod">
          <ac:chgData name="Ryan Potechin" userId="6c6bfd4d-2d91-4603-a593-79ccb58492e3" providerId="ADAL" clId="{E3A8BBF3-A08A-4506-886E-5CA1FAE2F86D}" dt="2024-10-27T22:36:21.836" v="172" actId="20577"/>
          <ac:spMkLst>
            <pc:docMk/>
            <pc:sldMk cId="4254556792" sldId="256"/>
            <ac:spMk id="4" creationId="{50D6335B-DC35-8289-9772-77AE04F8F847}"/>
          </ac:spMkLst>
        </pc:spChg>
        <pc:spChg chg="add mod">
          <ac:chgData name="Ryan Potechin" userId="6c6bfd4d-2d91-4603-a593-79ccb58492e3" providerId="ADAL" clId="{E3A8BBF3-A08A-4506-886E-5CA1FAE2F86D}" dt="2024-10-27T22:36:25.203" v="176" actId="20577"/>
          <ac:spMkLst>
            <pc:docMk/>
            <pc:sldMk cId="4254556792" sldId="256"/>
            <ac:spMk id="5" creationId="{ED997F09-D5F4-48B1-1DBF-1AEA8DC4C9D0}"/>
          </ac:spMkLst>
        </pc:spChg>
        <pc:spChg chg="add mod">
          <ac:chgData name="Ryan Potechin" userId="6c6bfd4d-2d91-4603-a593-79ccb58492e3" providerId="ADAL" clId="{E3A8BBF3-A08A-4506-886E-5CA1FAE2F86D}" dt="2024-10-27T22:36:01.769" v="170" actId="1076"/>
          <ac:spMkLst>
            <pc:docMk/>
            <pc:sldMk cId="4254556792" sldId="256"/>
            <ac:spMk id="6" creationId="{BD219BC0-5863-6CC0-581E-FB277AA08C24}"/>
          </ac:spMkLst>
        </pc:spChg>
        <pc:spChg chg="add mod">
          <ac:chgData name="Ryan Potechin" userId="6c6bfd4d-2d91-4603-a593-79ccb58492e3" providerId="ADAL" clId="{E3A8BBF3-A08A-4506-886E-5CA1FAE2F86D}" dt="2024-10-27T22:33:10.794" v="153" actId="1076"/>
          <ac:spMkLst>
            <pc:docMk/>
            <pc:sldMk cId="4254556792" sldId="256"/>
            <ac:spMk id="7" creationId="{14F10051-A610-248B-1CEA-FA37E1B457F3}"/>
          </ac:spMkLst>
        </pc:spChg>
        <pc:spChg chg="add mod">
          <ac:chgData name="Ryan Potechin" userId="6c6bfd4d-2d91-4603-a593-79ccb58492e3" providerId="ADAL" clId="{E3A8BBF3-A08A-4506-886E-5CA1FAE2F86D}" dt="2024-10-27T22:35:44.165" v="167" actId="1076"/>
          <ac:spMkLst>
            <pc:docMk/>
            <pc:sldMk cId="4254556792" sldId="256"/>
            <ac:spMk id="8" creationId="{116C49C9-5F5C-BC62-61F6-CFA456D98576}"/>
          </ac:spMkLst>
        </pc:spChg>
        <pc:spChg chg="add mod">
          <ac:chgData name="Ryan Potechin" userId="6c6bfd4d-2d91-4603-a593-79ccb58492e3" providerId="ADAL" clId="{E3A8BBF3-A08A-4506-886E-5CA1FAE2F86D}" dt="2024-10-27T22:41:14.419" v="255" actId="1076"/>
          <ac:spMkLst>
            <pc:docMk/>
            <pc:sldMk cId="4254556792" sldId="256"/>
            <ac:spMk id="9" creationId="{5189B112-45D5-CE56-7F7D-BA37400B8E43}"/>
          </ac:spMkLst>
        </pc:spChg>
        <pc:picChg chg="add mod">
          <ac:chgData name="Ryan Potechin" userId="6c6bfd4d-2d91-4603-a593-79ccb58492e3" providerId="ADAL" clId="{E3A8BBF3-A08A-4506-886E-5CA1FAE2F86D}" dt="2024-10-27T22:31:01.757" v="133" actId="1076"/>
          <ac:picMkLst>
            <pc:docMk/>
            <pc:sldMk cId="4254556792" sldId="256"/>
            <ac:picMk id="2050" creationId="{CA8E769D-F8DE-B9BF-42B7-D0C3CE856E76}"/>
          </ac:picMkLst>
        </pc:picChg>
        <pc:picChg chg="add mod">
          <ac:chgData name="Ryan Potechin" userId="6c6bfd4d-2d91-4603-a593-79ccb58492e3" providerId="ADAL" clId="{E3A8BBF3-A08A-4506-886E-5CA1FAE2F86D}" dt="2024-10-27T22:31:55.975" v="146" actId="1076"/>
          <ac:picMkLst>
            <pc:docMk/>
            <pc:sldMk cId="4254556792" sldId="256"/>
            <ac:picMk id="2052" creationId="{F3676A66-D692-CB1E-E2D0-71D78314B756}"/>
          </ac:picMkLst>
        </pc:picChg>
        <pc:picChg chg="add del mod">
          <ac:chgData name="Ryan Potechin" userId="6c6bfd4d-2d91-4603-a593-79ccb58492e3" providerId="ADAL" clId="{E3A8BBF3-A08A-4506-886E-5CA1FAE2F86D}" dt="2024-10-27T22:42:11.943" v="290" actId="478"/>
          <ac:picMkLst>
            <pc:docMk/>
            <pc:sldMk cId="4254556792" sldId="256"/>
            <ac:picMk id="2054" creationId="{D0DAE6B8-4F39-368A-7F7B-81D2A9D24FEB}"/>
          </ac:picMkLst>
        </pc:picChg>
        <pc:picChg chg="add mod">
          <ac:chgData name="Ryan Potechin" userId="6c6bfd4d-2d91-4603-a593-79ccb58492e3" providerId="ADAL" clId="{E3A8BBF3-A08A-4506-886E-5CA1FAE2F86D}" dt="2024-10-27T22:42:25.395" v="293" actId="166"/>
          <ac:picMkLst>
            <pc:docMk/>
            <pc:sldMk cId="4254556792" sldId="256"/>
            <ac:picMk id="2056" creationId="{42A8F498-F4EE-598F-AABB-359F9C437559}"/>
          </ac:picMkLst>
        </pc:picChg>
        <pc:picChg chg="add mod">
          <ac:chgData name="Ryan Potechin" userId="6c6bfd4d-2d91-4603-a593-79ccb58492e3" providerId="ADAL" clId="{E3A8BBF3-A08A-4506-886E-5CA1FAE2F86D}" dt="2024-10-27T22:42:38.883" v="295" actId="166"/>
          <ac:picMkLst>
            <pc:docMk/>
            <pc:sldMk cId="4254556792" sldId="256"/>
            <ac:picMk id="2058" creationId="{A450C1D3-42E9-B641-7307-E338639673A0}"/>
          </ac:picMkLst>
        </pc:picChg>
        <pc:picChg chg="add del mod">
          <ac:chgData name="Ryan Potechin" userId="6c6bfd4d-2d91-4603-a593-79ccb58492e3" providerId="ADAL" clId="{E3A8BBF3-A08A-4506-886E-5CA1FAE2F86D}" dt="2024-10-27T22:42:32.479" v="294" actId="1076"/>
          <ac:picMkLst>
            <pc:docMk/>
            <pc:sldMk cId="4254556792" sldId="256"/>
            <ac:picMk id="2060" creationId="{B42DB490-C5EA-EB1E-A135-3C80ED0DA0CF}"/>
          </ac:picMkLst>
        </pc:picChg>
      </pc:sldChg>
      <pc:sldChg chg="addSp delSp modSp new mod">
        <pc:chgData name="Ryan Potechin" userId="6c6bfd4d-2d91-4603-a593-79ccb58492e3" providerId="ADAL" clId="{E3A8BBF3-A08A-4506-886E-5CA1FAE2F86D}" dt="2024-10-27T22:41:37.473" v="285" actId="1076"/>
        <pc:sldMkLst>
          <pc:docMk/>
          <pc:sldMk cId="1756063310" sldId="257"/>
        </pc:sldMkLst>
        <pc:spChg chg="del">
          <ac:chgData name="Ryan Potechin" userId="6c6bfd4d-2d91-4603-a593-79ccb58492e3" providerId="ADAL" clId="{E3A8BBF3-A08A-4506-886E-5CA1FAE2F86D}" dt="2024-10-25T18:32:02.012" v="2" actId="478"/>
          <ac:spMkLst>
            <pc:docMk/>
            <pc:sldMk cId="1756063310" sldId="257"/>
            <ac:spMk id="2" creationId="{4B85C3D9-EB8F-9608-2DA5-543055A584E0}"/>
          </ac:spMkLst>
        </pc:spChg>
        <pc:spChg chg="del">
          <ac:chgData name="Ryan Potechin" userId="6c6bfd4d-2d91-4603-a593-79ccb58492e3" providerId="ADAL" clId="{E3A8BBF3-A08A-4506-886E-5CA1FAE2F86D}" dt="2024-10-25T18:32:05.142" v="3" actId="478"/>
          <ac:spMkLst>
            <pc:docMk/>
            <pc:sldMk cId="1756063310" sldId="257"/>
            <ac:spMk id="3" creationId="{22832EAA-AB45-CEBB-A29E-A8A380EECDA0}"/>
          </ac:spMkLst>
        </pc:spChg>
        <pc:spChg chg="add mod">
          <ac:chgData name="Ryan Potechin" userId="6c6bfd4d-2d91-4603-a593-79ccb58492e3" providerId="ADAL" clId="{E3A8BBF3-A08A-4506-886E-5CA1FAE2F86D}" dt="2024-10-27T22:36:49.748" v="179" actId="1076"/>
          <ac:spMkLst>
            <pc:docMk/>
            <pc:sldMk cId="1756063310" sldId="257"/>
            <ac:spMk id="4" creationId="{DCF2D248-340F-A792-7110-8445C6CCCDD8}"/>
          </ac:spMkLst>
        </pc:spChg>
        <pc:spChg chg="add mod">
          <ac:chgData name="Ryan Potechin" userId="6c6bfd4d-2d91-4603-a593-79ccb58492e3" providerId="ADAL" clId="{E3A8BBF3-A08A-4506-886E-5CA1FAE2F86D}" dt="2024-10-27T22:36:38.672" v="177" actId="1076"/>
          <ac:spMkLst>
            <pc:docMk/>
            <pc:sldMk cId="1756063310" sldId="257"/>
            <ac:spMk id="5" creationId="{32627459-3375-7514-B2B3-5C31FD5C8015}"/>
          </ac:spMkLst>
        </pc:spChg>
        <pc:spChg chg="add mod">
          <ac:chgData name="Ryan Potechin" userId="6c6bfd4d-2d91-4603-a593-79ccb58492e3" providerId="ADAL" clId="{E3A8BBF3-A08A-4506-886E-5CA1FAE2F86D}" dt="2024-10-25T18:57:01.971" v="67" actId="20577"/>
          <ac:spMkLst>
            <pc:docMk/>
            <pc:sldMk cId="1756063310" sldId="257"/>
            <ac:spMk id="6" creationId="{7B546737-60A9-9DDA-3629-1C20EB137622}"/>
          </ac:spMkLst>
        </pc:spChg>
        <pc:spChg chg="add mod">
          <ac:chgData name="Ryan Potechin" userId="6c6bfd4d-2d91-4603-a593-79ccb58492e3" providerId="ADAL" clId="{E3A8BBF3-A08A-4506-886E-5CA1FAE2F86D}" dt="2024-10-27T22:37:07.453" v="188" actId="1076"/>
          <ac:spMkLst>
            <pc:docMk/>
            <pc:sldMk cId="1756063310" sldId="257"/>
            <ac:spMk id="7" creationId="{6AD1459D-1AFF-939B-0DAC-27796874C578}"/>
          </ac:spMkLst>
        </pc:spChg>
        <pc:spChg chg="add mod">
          <ac:chgData name="Ryan Potechin" userId="6c6bfd4d-2d91-4603-a593-79ccb58492e3" providerId="ADAL" clId="{E3A8BBF3-A08A-4506-886E-5CA1FAE2F86D}" dt="2024-10-27T22:39:41.463" v="221" actId="20577"/>
          <ac:spMkLst>
            <pc:docMk/>
            <pc:sldMk cId="1756063310" sldId="257"/>
            <ac:spMk id="8" creationId="{89746D5F-4678-4BD6-1C3B-8171E090C941}"/>
          </ac:spMkLst>
        </pc:spChg>
        <pc:spChg chg="add mod">
          <ac:chgData name="Ryan Potechin" userId="6c6bfd4d-2d91-4603-a593-79ccb58492e3" providerId="ADAL" clId="{E3A8BBF3-A08A-4506-886E-5CA1FAE2F86D}" dt="2024-10-27T22:41:37.473" v="285" actId="1076"/>
          <ac:spMkLst>
            <pc:docMk/>
            <pc:sldMk cId="1756063310" sldId="257"/>
            <ac:spMk id="9" creationId="{A0866DA5-0391-2A91-FF9A-16686F12A413}"/>
          </ac:spMkLst>
        </pc:spChg>
        <pc:picChg chg="add mod">
          <ac:chgData name="Ryan Potechin" userId="6c6bfd4d-2d91-4603-a593-79ccb58492e3" providerId="ADAL" clId="{E3A8BBF3-A08A-4506-886E-5CA1FAE2F86D}" dt="2024-10-27T22:38:55.655" v="193" actId="1076"/>
          <ac:picMkLst>
            <pc:docMk/>
            <pc:sldMk cId="1756063310" sldId="257"/>
            <ac:picMk id="1026" creationId="{3325BBAD-2295-6E9F-2402-EBFEC75D863F}"/>
          </ac:picMkLst>
        </pc:picChg>
        <pc:picChg chg="add mod">
          <ac:chgData name="Ryan Potechin" userId="6c6bfd4d-2d91-4603-a593-79ccb58492e3" providerId="ADAL" clId="{E3A8BBF3-A08A-4506-886E-5CA1FAE2F86D}" dt="2024-10-27T22:18:16.734" v="84" actId="1076"/>
          <ac:picMkLst>
            <pc:docMk/>
            <pc:sldMk cId="1756063310" sldId="257"/>
            <ac:picMk id="1028" creationId="{10E83367-90B2-B739-99C9-DC26F0781DF1}"/>
          </ac:picMkLst>
        </pc:picChg>
        <pc:picChg chg="add mod">
          <ac:chgData name="Ryan Potechin" userId="6c6bfd4d-2d91-4603-a593-79ccb58492e3" providerId="ADAL" clId="{E3A8BBF3-A08A-4506-886E-5CA1FAE2F86D}" dt="2024-10-27T22:18:13.455" v="83" actId="1076"/>
          <ac:picMkLst>
            <pc:docMk/>
            <pc:sldMk cId="1756063310" sldId="257"/>
            <ac:picMk id="1030" creationId="{FEF48763-041E-4295-C83D-BADDC8E78542}"/>
          </ac:picMkLst>
        </pc:picChg>
        <pc:picChg chg="add mod">
          <ac:chgData name="Ryan Potechin" userId="6c6bfd4d-2d91-4603-a593-79ccb58492e3" providerId="ADAL" clId="{E3A8BBF3-A08A-4506-886E-5CA1FAE2F86D}" dt="2024-10-27T22:39:04.533" v="194" actId="1076"/>
          <ac:picMkLst>
            <pc:docMk/>
            <pc:sldMk cId="1756063310" sldId="257"/>
            <ac:picMk id="1032" creationId="{3805310D-6693-FD2F-3176-CA98970F646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409E-D205-4610-DF42-61E276BA5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FD054-03A9-5D61-8FCF-965B62FAE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88869-2B97-9562-DE05-C0B61845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43D6B-4D9B-96F2-C921-0230BD823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88F88-68AF-2648-1523-71286E84D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EA72-1950-942C-58E3-641F60881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4243-2DD8-C14F-BE66-8481A41D5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F2F2-0F43-76B6-5F53-BC2FE1361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D56A3-7B2A-C20A-A7EA-8F6AD7DB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4ECA9-A217-7588-179D-4F2A09E3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4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BA8A-28EC-4356-8C44-CFF1E786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CCB75-ECAF-F75C-4290-0897C663A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4C1D2-16ED-DB9A-4B77-6958DD62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50D65-D866-B1A4-C088-65118F7D8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17AA6-22CF-6BB5-3012-30BE129D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5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21E9-6B38-F0F6-3A69-499AAF85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35F9C-FB85-8796-3DD2-41E08E262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06113-C49A-B6A0-1358-D8081463B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E05FB-3B33-C941-9444-F822ACC4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43648-6094-50ED-AE1C-3F8C9F62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FF9D1-7A5C-0E18-41FB-1CEABB652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2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F2B3D-7795-1CC2-39B4-7BB33577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067FE-5F8F-EE51-2624-14232B0D7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DE44D-1DEA-A9BC-5E1B-F7D7ADB2A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7DB65-A6A5-E099-9C80-6A8264CE2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60A86-C906-FE88-0F8D-2A8914F3C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1035EE-4BB5-FBFB-70B8-8F72C179C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9BB28-ABCF-4324-1591-048E8E9B6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2072A-E821-61DE-27FC-5F8E0909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6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BF69-9359-DD0F-A701-B963D9D92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81612-282E-211F-056E-389A99B0F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DA158-4D7E-D6C0-A120-7DABFF47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8ED50-E4BE-BF12-7295-398B6043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6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0BA32-0709-8020-6FC0-A099FB27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6C18D-6FAC-AD98-9E49-080302AC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98F9A-5186-1B0B-C86D-910D8922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77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A502-3A2E-C505-843B-9A9C9DAB8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AE8C8-E4DE-2770-3DB8-EE8406F1B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57CEB-34E7-7816-2375-C766243D5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7C0-087F-28DE-A964-9F6594DE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AAE39-F732-29ED-7FAA-1E0140CC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E6011-E069-8A18-C2E4-481AB59D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8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5672-1030-F97C-FBCF-AA3BB207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8164E-0A6C-5A99-9EEC-6E37A3C36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18322-ADCE-07AE-D48F-E645944A7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017E6-C5D9-3AF5-1F7B-B83300CE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22562-8D0A-7027-FB45-7CE00703C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E7DCE-DC4A-4A11-F8D2-864A722C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4CD80-A43E-0F1F-31AB-8B1D3804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9CE0E-94C4-ACC6-A0D0-BD94C74EE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FE768-4447-8E91-2F34-20288C88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340A1-0534-D325-40F1-9FA6343E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8A0AE-E67C-2D18-C1D7-753873B1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09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6E6C7-FF7E-1C0A-487E-F50EE4E1E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4729-67B9-F2E0-2A81-34E9F0C0F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933AB-E161-C9B0-1492-01A9071B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48255-A45E-98BC-3E7D-286C3148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BEF75-B020-11BF-4A8A-A0ECC49A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576F-BEFE-0760-86BE-AE2CBF95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CEFC3-5541-DD1A-D038-4ADE8286B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B820-C0DB-AAA9-854A-7BCC70B93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5F572-BF0A-4758-88BB-28E057AEDB9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70691-7228-925C-0B38-97590475E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3A5F7-202C-B36D-33DC-F710391E8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E48AC9-15FE-4A6B-923D-B30E51215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5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D6335B-DC35-8289-9772-77AE04F8F847}"/>
              </a:ext>
            </a:extLst>
          </p:cNvPr>
          <p:cNvSpPr txBox="1"/>
          <p:nvPr/>
        </p:nvSpPr>
        <p:spPr>
          <a:xfrm>
            <a:off x="909774" y="494321"/>
            <a:ext cx="79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97F09-D5F4-48B1-1DBF-1AEA8DC4C9D0}"/>
              </a:ext>
            </a:extLst>
          </p:cNvPr>
          <p:cNvSpPr txBox="1"/>
          <p:nvPr/>
        </p:nvSpPr>
        <p:spPr>
          <a:xfrm>
            <a:off x="909774" y="3652388"/>
            <a:ext cx="901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19BC0-5863-6CC0-581E-FB277AA08C24}"/>
              </a:ext>
            </a:extLst>
          </p:cNvPr>
          <p:cNvSpPr txBox="1"/>
          <p:nvPr/>
        </p:nvSpPr>
        <p:spPr>
          <a:xfrm>
            <a:off x="4616368" y="3356028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10051-A610-248B-1CEA-FA37E1B457F3}"/>
              </a:ext>
            </a:extLst>
          </p:cNvPr>
          <p:cNvSpPr txBox="1"/>
          <p:nvPr/>
        </p:nvSpPr>
        <p:spPr>
          <a:xfrm>
            <a:off x="3825958" y="471447"/>
            <a:ext cx="625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Safe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C49C9-5F5C-BC62-61F6-CFA456D98576}"/>
              </a:ext>
            </a:extLst>
          </p:cNvPr>
          <p:cNvSpPr txBox="1"/>
          <p:nvPr/>
        </p:nvSpPr>
        <p:spPr>
          <a:xfrm>
            <a:off x="7313659" y="471447"/>
            <a:ext cx="97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Durable</a:t>
            </a:r>
          </a:p>
        </p:txBody>
      </p:sp>
      <p:pic>
        <p:nvPicPr>
          <p:cNvPr id="2050" name="Picture 2" descr="airport worker directing an airplane as it arrived - Ad Leverage | Los  Angeles Advertising Agency">
            <a:extLst>
              <a:ext uri="{FF2B5EF4-FFF2-40B4-BE49-F238E27FC236}">
                <a16:creationId xmlns:a16="http://schemas.microsoft.com/office/drawing/2014/main" id="{CA8E769D-F8DE-B9BF-42B7-D0C3CE856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774" y="4021720"/>
            <a:ext cx="4360333" cy="2180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uy Outontrip Classic Metallic Herb Crusher/Grinder Large with filter (Herb  grinder/herb crusher 52 mm) Online at Low Prices in India - Amazon.in">
            <a:extLst>
              <a:ext uri="{FF2B5EF4-FFF2-40B4-BE49-F238E27FC236}">
                <a16:creationId xmlns:a16="http://schemas.microsoft.com/office/drawing/2014/main" id="{F3676A66-D692-CB1E-E2D0-71D78314B7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9" t="18642" r="49300" b="34845"/>
          <a:stretch/>
        </p:blipFill>
        <p:spPr bwMode="auto">
          <a:xfrm>
            <a:off x="909774" y="863653"/>
            <a:ext cx="2797295" cy="278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89B112-45D5-CE56-7F7D-BA37400B8E43}"/>
              </a:ext>
            </a:extLst>
          </p:cNvPr>
          <p:cNvSpPr txBox="1"/>
          <p:nvPr/>
        </p:nvSpPr>
        <p:spPr>
          <a:xfrm>
            <a:off x="9712171" y="32656"/>
            <a:ext cx="2325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Utility Features Vision Board</a:t>
            </a:r>
          </a:p>
        </p:txBody>
      </p:sp>
      <p:pic>
        <p:nvPicPr>
          <p:cNvPr id="2060" name="Picture 12" descr="The Science Behind Tread Compounds on Passenger Tires">
            <a:extLst>
              <a:ext uri="{FF2B5EF4-FFF2-40B4-BE49-F238E27FC236}">
                <a16:creationId xmlns:a16="http://schemas.microsoft.com/office/drawing/2014/main" id="{B42DB490-C5EA-EB1E-A135-3C80ED0DA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56735"/>
            <a:ext cx="3527394" cy="176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ard Hat - Blue S-10512BLU - Uline">
            <a:extLst>
              <a:ext uri="{FF2B5EF4-FFF2-40B4-BE49-F238E27FC236}">
                <a16:creationId xmlns:a16="http://schemas.microsoft.com/office/drawing/2014/main" id="{42A8F498-F4EE-598F-AABB-359F9C437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447" y="869738"/>
            <a:ext cx="2559262" cy="255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ow to Clean Kitchen Countertops: Granite, Quartz, Marble &amp; More |  Architectural Digest">
            <a:extLst>
              <a:ext uri="{FF2B5EF4-FFF2-40B4-BE49-F238E27FC236}">
                <a16:creationId xmlns:a16="http://schemas.microsoft.com/office/drawing/2014/main" id="{A450C1D3-42E9-B641-7307-E33863967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540" y="3413152"/>
            <a:ext cx="4179186" cy="278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5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F2D248-340F-A792-7110-8445C6CCCDD8}"/>
              </a:ext>
            </a:extLst>
          </p:cNvPr>
          <p:cNvSpPr txBox="1"/>
          <p:nvPr/>
        </p:nvSpPr>
        <p:spPr>
          <a:xfrm>
            <a:off x="2364843" y="872067"/>
            <a:ext cx="1223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Minimalist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27459-3375-7514-B2B3-5C31FD5C8015}"/>
              </a:ext>
            </a:extLst>
          </p:cNvPr>
          <p:cNvSpPr txBox="1"/>
          <p:nvPr/>
        </p:nvSpPr>
        <p:spPr>
          <a:xfrm>
            <a:off x="6299288" y="93659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Smooth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46737-60A9-9DDA-3629-1C20EB137622}"/>
              </a:ext>
            </a:extLst>
          </p:cNvPr>
          <p:cNvSpPr txBox="1"/>
          <p:nvPr/>
        </p:nvSpPr>
        <p:spPr>
          <a:xfrm>
            <a:off x="3920067" y="1405467"/>
            <a:ext cx="925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Natural</a:t>
            </a:r>
          </a:p>
        </p:txBody>
      </p:sp>
      <p:pic>
        <p:nvPicPr>
          <p:cNvPr id="1026" name="Picture 2" descr="Buy Standard Quality China Wholesale Satin Silk Fabric, Smooth And Shiny  Surface, Suitable For Wedding Dress $4.5 Direct from Factory at Nantong  Zhongbang Textile Co. Ltd | Globalsources.com">
            <a:extLst>
              <a:ext uri="{FF2B5EF4-FFF2-40B4-BE49-F238E27FC236}">
                <a16:creationId xmlns:a16="http://schemas.microsoft.com/office/drawing/2014/main" id="{3325BBAD-2295-6E9F-2402-EBFEC75D8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417" y="1241399"/>
            <a:ext cx="2812622" cy="281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Verdant Rolling Hills Image | Download at StockCake">
            <a:extLst>
              <a:ext uri="{FF2B5EF4-FFF2-40B4-BE49-F238E27FC236}">
                <a16:creationId xmlns:a16="http://schemas.microsoft.com/office/drawing/2014/main" id="{10E83367-90B2-B739-99C9-DC26F0781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843" y="3474536"/>
            <a:ext cx="2885106" cy="288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lain Grey Wall Images – Browse 50,363 Stock Photos, Vectors, and Video |  Adobe Stock">
            <a:extLst>
              <a:ext uri="{FF2B5EF4-FFF2-40B4-BE49-F238E27FC236}">
                <a16:creationId xmlns:a16="http://schemas.microsoft.com/office/drawing/2014/main" id="{FEF48763-041E-4295-C83D-BADDC8E78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843" y="1241399"/>
            <a:ext cx="3802167" cy="2142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D1459D-1AFF-939B-0DAC-27796874C578}"/>
              </a:ext>
            </a:extLst>
          </p:cNvPr>
          <p:cNvSpPr txBox="1"/>
          <p:nvPr/>
        </p:nvSpPr>
        <p:spPr>
          <a:xfrm>
            <a:off x="5241051" y="3474536"/>
            <a:ext cx="925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Natural</a:t>
            </a:r>
          </a:p>
        </p:txBody>
      </p:sp>
      <p:pic>
        <p:nvPicPr>
          <p:cNvPr id="1032" name="Picture 8" descr="Camouflage: The art of being there but looking like you aren't | Local  Sports | paducahsun.com">
            <a:extLst>
              <a:ext uri="{FF2B5EF4-FFF2-40B4-BE49-F238E27FC236}">
                <a16:creationId xmlns:a16="http://schemas.microsoft.com/office/drawing/2014/main" id="{3805310D-6693-FD2F-3176-CA98970F6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758" y="4339843"/>
            <a:ext cx="3592281" cy="201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746D5F-4678-4BD6-1C3B-8171E090C941}"/>
              </a:ext>
            </a:extLst>
          </p:cNvPr>
          <p:cNvSpPr txBox="1"/>
          <p:nvPr/>
        </p:nvSpPr>
        <p:spPr>
          <a:xfrm>
            <a:off x="5534495" y="4054021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Inconspicuous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66DA5-0391-2A91-FF9A-16686F12A413}"/>
              </a:ext>
            </a:extLst>
          </p:cNvPr>
          <p:cNvSpPr txBox="1"/>
          <p:nvPr/>
        </p:nvSpPr>
        <p:spPr>
          <a:xfrm>
            <a:off x="9874928" y="150920"/>
            <a:ext cx="231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Aesthetic Cues Vision Board</a:t>
            </a:r>
          </a:p>
        </p:txBody>
      </p:sp>
    </p:spTree>
    <p:extLst>
      <p:ext uri="{BB962C8B-B14F-4D97-AF65-F5344CB8AC3E}">
        <p14:creationId xmlns:p14="http://schemas.microsoft.com/office/powerpoint/2010/main" val="175606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3130</TotalTime>
  <Words>18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Potechin</dc:creator>
  <cp:lastModifiedBy>Ryan Potechin</cp:lastModifiedBy>
  <cp:revision>1</cp:revision>
  <dcterms:created xsi:type="dcterms:W3CDTF">2024-10-25T18:31:49Z</dcterms:created>
  <dcterms:modified xsi:type="dcterms:W3CDTF">2024-10-27T22:42:41Z</dcterms:modified>
</cp:coreProperties>
</file>